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801"/>
    <p:restoredTop sz="94645"/>
  </p:normalViewPr>
  <p:slideViewPr>
    <p:cSldViewPr snapToGrid="0">
      <p:cViewPr varScale="1">
        <p:scale>
          <a:sx n="95" d="100"/>
          <a:sy n="95" d="100"/>
        </p:scale>
        <p:origin x="200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F5C44-9997-2695-12B2-80E1F9499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B289F-5852-4AC2-A7BF-E24BCFE74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29209-3801-625D-E31C-425C9719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8061-CA91-B842-A4B0-B4CF857EE9D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C7D48-14F3-4334-30C9-BD181F2A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4A84D-CEBD-5B90-E1A1-A6875EDF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9D93-4FC8-C248-A712-4E00A1CB1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95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E7DF7-1756-A0AB-91DE-0B82C23C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01248-9172-007D-44CF-C9240FE9D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E1478-E28E-C3E2-EA24-B50C1958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8061-CA91-B842-A4B0-B4CF857EE9D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94917-C4CF-A331-477D-AA553B546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4DAC5-8721-01D4-05E3-02E8692AB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9D93-4FC8-C248-A712-4E00A1CB1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89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2ADC9-D23D-6B4A-C102-442CD899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6E173-5F24-40B0-0037-4E801E1EE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48795-D7FF-0D83-4F28-60FC0AABC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8061-CA91-B842-A4B0-B4CF857EE9D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793DD-CACE-C6CC-CC5C-1FF85DD9B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DB299-38BD-1C39-F0A4-1D6FD5A0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9D93-4FC8-C248-A712-4E00A1CB1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7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8F9F5-B4C0-E9E0-32AA-002577279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90385-7FBD-656F-3F05-6B056FF33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48714-EA48-AFD0-7306-DA018257C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8A4B9-664F-B083-FC34-786865D77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8061-CA91-B842-A4B0-B4CF857EE9D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5ED91-F943-E0B4-F6C3-8AD46D59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0B3E3-CDC9-46AF-E22C-AFF8847D5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9D93-4FC8-C248-A712-4E00A1CB1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2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5F47-3148-39EE-60D3-536CB38BD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C41A9-FE4E-F92F-1445-C2AC998C2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C48F0-7205-1468-4BD9-FC98A553D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39F938-DEFE-ACA6-00A9-A8E5A9B9D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503448-6E53-5811-E48B-05538A3AF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053B9-CE00-D2C5-71F3-5778B91D3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8061-CA91-B842-A4B0-B4CF857EE9D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A273FF-CCAD-68D0-439C-69BD38E70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6AE6B8-1235-4BC1-833F-F8F1FD0B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9D93-4FC8-C248-A712-4E00A1CB1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7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49295-75EB-31D1-5B3D-299C35503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45043-023B-1CEE-D888-EB8B054E9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8061-CA91-B842-A4B0-B4CF857EE9D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F76C5-622C-4B45-AA8A-5B831522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F28C2-5BBB-C4FA-63E2-C86DB192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9D93-4FC8-C248-A712-4E00A1CB1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66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7CE0D-18A0-4B79-6B94-3D19553F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8061-CA91-B842-A4B0-B4CF857EE9D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E1C94-5926-CBEB-730F-F750069BF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92B1E-D4E0-DF1B-6E47-74215D2F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9D93-4FC8-C248-A712-4E00A1CB1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1797D-09A3-91E5-5071-509F23214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53681-3184-8056-825E-372E58CD8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2560E-2C7E-3193-61F2-20AB1B1FC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512F1-5F15-9922-08AF-D2EE6321D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8061-CA91-B842-A4B0-B4CF857EE9D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9F7F6-9549-7C2A-03DB-862302EC0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09979-F30C-E5D0-45C3-27C9AB6B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9D93-4FC8-C248-A712-4E00A1CB1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58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E405D-CCC8-E083-2905-6EA605EBF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6335B-5067-742A-A050-DCD609F7A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AFC74-4812-50A1-ADA7-F9B37BDDD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4F0E9-DA63-1BAD-9041-BC5ED556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8061-CA91-B842-A4B0-B4CF857EE9D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D67A5-3DBE-2EFA-4998-682F6A1F2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0A5A5-99E2-502A-BA5D-4C08672D5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9D93-4FC8-C248-A712-4E00A1CB1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79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94CA-72DF-E2B7-816F-217EC726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05473-CA34-0E0F-C194-B213C4EEC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941DE-F0E1-BF27-2C8B-C11D2AF6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8061-CA91-B842-A4B0-B4CF857EE9D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B4310-2C44-74A4-3332-AE51BAE38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0F3F1-F178-8163-E6A4-B0165FAA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9D93-4FC8-C248-A712-4E00A1CB1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0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D3F661-7B05-E896-EDA4-A803041DB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0DC8A-06F4-1858-7B57-2342CB600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D9805-D15B-D04B-2F98-BA7B0BE7D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8061-CA91-B842-A4B0-B4CF857EE9D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13A86-1914-8498-6932-32740EA3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986E7-3CA9-5CFE-FEF3-EAE336DB8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89D93-4FC8-C248-A712-4E00A1CB1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55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7A2668-4751-FAB0-930F-79920EAB1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FAA2D-BF06-415C-3287-37119BEDF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B33F0-57AC-2A28-589E-498803000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B8061-CA91-B842-A4B0-B4CF857EE9D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35C71-DCBD-F486-F00F-8A8FA83EE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A3EA8-8CD7-76F9-BD1A-10A6B5F7E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89D93-4FC8-C248-A712-4E00A1CB1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1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044C-DA19-A016-B912-268ABAF3A8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DA4C7-EBA8-018F-44B9-F10A88BAF1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wooden figure with headphones&#10;&#10;AI-generated content may be incorrect.">
            <a:extLst>
              <a:ext uri="{FF2B5EF4-FFF2-40B4-BE49-F238E27FC236}">
                <a16:creationId xmlns:a16="http://schemas.microsoft.com/office/drawing/2014/main" id="{09A5A67F-DDCF-A750-9C65-158C221924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17" b="9804"/>
          <a:stretch>
            <a:fillRect/>
          </a:stretch>
        </p:blipFill>
        <p:spPr>
          <a:xfrm>
            <a:off x="1524000" y="0"/>
            <a:ext cx="7188200" cy="5257800"/>
          </a:xfrm>
          <a:prstGeom prst="rect">
            <a:avLst/>
          </a:prstGeom>
        </p:spPr>
      </p:pic>
      <p:pic>
        <p:nvPicPr>
          <p:cNvPr id="8" name="Picture 7" descr="A wooden figure with headphones&#10;&#10;AI-generated content may be incorrect.">
            <a:extLst>
              <a:ext uri="{FF2B5EF4-FFF2-40B4-BE49-F238E27FC236}">
                <a16:creationId xmlns:a16="http://schemas.microsoft.com/office/drawing/2014/main" id="{B1D6A0F1-E803-A6EA-F919-F3968EE6EB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19" t="9804" r="12093" b="8578"/>
          <a:stretch>
            <a:fillRect/>
          </a:stretch>
        </p:blipFill>
        <p:spPr>
          <a:xfrm>
            <a:off x="1524000" y="597013"/>
            <a:ext cx="6985000" cy="56639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B60425-ABB5-DC5A-AFFD-CE0F9CFA8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800" y="-761352"/>
            <a:ext cx="8867588" cy="66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97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Finn Lennard Metz</dc:creator>
  <cp:lastModifiedBy>Finn Lennard Metz</cp:lastModifiedBy>
  <cp:revision>1</cp:revision>
  <dcterms:created xsi:type="dcterms:W3CDTF">2025-11-25T01:41:12Z</dcterms:created>
  <dcterms:modified xsi:type="dcterms:W3CDTF">2025-11-30T16:40:30Z</dcterms:modified>
</cp:coreProperties>
</file>